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NextGen ISP: A Future-Ready Telecommunications &amp; Network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Full-Stack Solution for Internet Service Providers</a:t>
            </a:r>
          </a:p>
          <a:p/>
          <a:p>
            <a:r>
              <a:t>Presented By: [Your Name/Team]</a:t>
            </a:r>
          </a:p>
          <a:p>
            <a:r>
              <a:t>Date: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Overview: NextGen ISP is a full-stack, comprehensive web application designed to digitize and automate the entire operational lifecycle of a modern Internet Service Provider.</a:t>
            </a:r>
          </a:p>
          <a:p>
            <a:pPr>
              <a:defRPr sz="1600"/>
            </a:pPr>
            <a:r>
              <a:t>Core Value: It bridges the gap between customer onboarding, hardware provisioning, field staff dispatch, and administrative network monitoring into a single, cohesive platform.</a:t>
            </a:r>
          </a:p>
          <a:p>
            <a:pPr>
              <a:defRPr sz="1600"/>
            </a:pPr>
            <a:r>
              <a:t>Goal: To eliminate manual paperwork, reduce customer wait times, and provide real-time, data-driven insights for ISPs to manage their network infrastructure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The Telecommunications Boom: The demand for high-speed internet (Fiber/Wireless) is at an all-time high.</a:t>
            </a:r>
          </a:p>
          <a:p>
            <a:pPr>
              <a:defRPr sz="1600"/>
            </a:pPr>
            <a:r>
              <a:t>The Challenge: Many ISPs rely on fragmented systems—using separate apps for billing, inventory, and dispatching.</a:t>
            </a:r>
          </a:p>
          <a:p>
            <a:pPr>
              <a:defRPr sz="1600"/>
            </a:pPr>
            <a:r>
              <a:t>The Solution: NextGen ISP acts as a unified hub allowing customers to self-onboard and empowering administrators with a live 'War Room'.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 vs. 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Existing System:</a:t>
            </a:r>
          </a:p>
          <a:p>
            <a:pPr>
              <a:defRPr sz="1600"/>
            </a:pPr>
            <a:r>
              <a:t>- Fragmented Operations: Separate software for CRM, inventory, and billing.</a:t>
            </a:r>
          </a:p>
          <a:p>
            <a:pPr>
              <a:defRPr sz="1600"/>
            </a:pPr>
            <a:r>
              <a:t>- Manual Dispatching: Technicians receive tasks without geographic context or hardware details.</a:t>
            </a:r>
          </a:p>
          <a:p>
            <a:pPr>
              <a:defRPr sz="1600"/>
            </a:pPr>
            <a:r>
              <a:t>- Opaque Customer Experience &amp; Reactive Maintenance.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Proposed System (NextGen ISP):</a:t>
            </a:r>
          </a:p>
          <a:p>
            <a:pPr>
              <a:defRPr sz="1600"/>
            </a:pPr>
            <a:r>
              <a:t>- Unified Dashboard: Integrated CRM, Inventory, Billing, and Ticketing.</a:t>
            </a:r>
          </a:p>
          <a:p>
            <a:pPr>
              <a:defRPr sz="1600"/>
            </a:pPr>
            <a:r>
              <a:t>- Automated &amp; Geotagged Dispatch: Technicians get assigned tasks with exact maps and live status.</a:t>
            </a:r>
          </a:p>
          <a:p>
            <a:pPr>
              <a:defRPr sz="1600"/>
            </a:pPr>
            <a:r>
              <a:t>- Proactive 'War Room' &amp; Transparent Customer Portals.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&amp; Unique Selling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AI-Driven Auto-Diagnostics: A visually simulated 'Hacker Terminal' that allows customers to run self-healing tests.</a:t>
            </a:r>
          </a:p>
          <a:p>
            <a:pPr>
              <a:defRPr sz="1600"/>
            </a:pPr>
            <a:r>
              <a:t>Deep Packet Inspection (DPI) Simulation: Dynamic pie charts visualizing data usage (Video, Gaming, IoT).</a:t>
            </a:r>
          </a:p>
          <a:p>
            <a:pPr>
              <a:defRPr sz="1600"/>
            </a:pPr>
            <a:r>
              <a:t>Proactive Maintenance Heat Maps: Live Leaflet NOC map that immediately alerts customers in affected zones.</a:t>
            </a:r>
          </a:p>
          <a:p>
            <a:pPr>
              <a:defRPr sz="1600"/>
            </a:pPr>
            <a:r>
              <a:t>'Bring Your Own Device' Workflow: Customers upload router photos/MACs during onboarding, syncing to Field Tech.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 &amp; Schema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User &amp; Roles: Custom user model with strict RBAC (Admin, Field Staff, Tech Staff, Customer).</a:t>
            </a:r>
          </a:p>
          <a:p>
            <a:pPr>
              <a:defRPr sz="1600"/>
            </a:pPr>
            <a:r>
              <a:t>Geo-Spatial Data (Area): Stores JSON polygons and handles 'is_under_maintenance' toggle.</a:t>
            </a:r>
          </a:p>
          <a:p>
            <a:pPr>
              <a:defRPr sz="1600"/>
            </a:pPr>
            <a:r>
              <a:t>Hardware &amp; Inventory: Tracks physical stock counts, catalog pricing, and assignments.</a:t>
            </a:r>
          </a:p>
          <a:p>
            <a:pPr>
              <a:defRPr sz="1600"/>
            </a:pPr>
            <a:r>
              <a:t>Operations: Links Users, Hardware, Plans, and Staff. Rich attributes like 'own_router_image'.</a:t>
            </a:r>
          </a:p>
          <a:p>
            <a:pPr>
              <a:defRPr sz="1600"/>
            </a:pPr>
            <a:r>
              <a:t>Subscriptions &amp; Billing: Handles Razorpay invoice generation and subscription status.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Wise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Customer Module: Self-Onboarding, DPI Traffic Charts, Auto-Diagnostics terminal, Bill Payments.</a:t>
            </a:r>
          </a:p>
          <a:p>
            <a:pPr>
              <a:defRPr sz="1600"/>
            </a:pPr>
            <a:r>
              <a:t>Field Staff Module: Assignment dashboard with location maps, hardware specifics, and router uploads.</a:t>
            </a:r>
          </a:p>
          <a:p>
            <a:pPr>
              <a:defRPr sz="1600"/>
            </a:pPr>
            <a:r>
              <a:t>Admin Module: Live War Room map, Revenue analytics, full CRUD control over infrastructure.</a:t>
            </a:r>
          </a:p>
          <a:p>
            <a:pPr>
              <a:defRPr sz="1600"/>
            </a:pPr>
            <a:r>
              <a:t>Communication Module: NLP AI Chatbot and Support Ticketing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Frontend (Client-Side):</a:t>
            </a:r>
          </a:p>
          <a:p>
            <a:pPr>
              <a:defRPr sz="1600"/>
            </a:pPr>
            <a:r>
              <a:t>- React.js &amp; React Router</a:t>
            </a:r>
          </a:p>
          <a:p>
            <a:pPr>
              <a:defRPr sz="1600"/>
            </a:pPr>
            <a:r>
              <a:t>- Tailwind CSS</a:t>
            </a:r>
          </a:p>
          <a:p>
            <a:pPr>
              <a:defRPr sz="1600"/>
            </a:pPr>
            <a:r>
              <a:t>- Recharts (Data Viz) &amp; Leaflet (Maps)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Backend (Server-Side):</a:t>
            </a:r>
          </a:p>
          <a:p>
            <a:pPr>
              <a:defRPr sz="1600"/>
            </a:pPr>
            <a:r>
              <a:t>- Python / Django</a:t>
            </a:r>
          </a:p>
          <a:p>
            <a:pPr>
              <a:defRPr sz="1600"/>
            </a:pPr>
            <a:r>
              <a:t>- Django REST Framework (DRF)</a:t>
            </a:r>
          </a:p>
          <a:p>
            <a:pPr>
              <a:defRPr sz="1600"/>
            </a:pPr>
            <a:r>
              <a:t>- SQLite / PostgreSQL</a:t>
            </a:r>
          </a:p>
          <a:p>
            <a:pPr>
              <a:defRPr sz="1600"/>
            </a:pPr>
            <a:r>
              <a:t>- Razorpay API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Reports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Financial Reports: Pending invoices vs. collected revenue analytics.</a:t>
            </a:r>
          </a:p>
          <a:p>
            <a:pPr>
              <a:defRPr sz="1600"/>
            </a:pPr>
            <a:r>
              <a:t>Inventory Threshold Reports: Automatic low-stock flagging.</a:t>
            </a:r>
          </a:p>
          <a:p>
            <a:pPr>
              <a:defRPr sz="1600"/>
            </a:pPr>
            <a:r>
              <a:t>Ticketing Turnaround: Tracking Logical vs Physical complaints to monitor hardware degradation.</a:t>
            </a:r>
          </a:p>
          <a:p>
            <a:pPr>
              <a:defRPr sz="1600"/>
            </a:pPr>
            <a:r>
              <a:t>Future Scope: Integration of PDF invoice generation and CSV exports.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